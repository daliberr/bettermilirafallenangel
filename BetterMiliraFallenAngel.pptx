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100" d="100"/>
          <a:sy n="100" d="100"/>
        </p:scale>
        <p:origin x="88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6872B-C668-E0D7-E027-3CBDE3059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27214F-9431-0180-6D12-281985DCF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B9BC0-11B2-62C6-CCA5-D545D567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4795C8-3668-4DDB-1E9D-7F627E26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E4E0B4-61C7-874B-F55F-FDEB6FC8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11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D2175-C630-4D45-1CAB-6511A77E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2A36BD-5EF3-7BF7-73A3-90C22E2AE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768855-B6EC-8FD0-0751-CF4FDD7B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5D0B9-003C-BA22-C37D-86D21CA2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EB5A1-018A-8B12-3AFA-563CF65D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410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B1D6D-E015-FF74-5386-D33FDAF8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11AAE4-330A-DA4C-5113-25E99DC9F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C82EBE-5634-71AB-75E5-7D90EC65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6A7B78-E413-E8CB-4AA2-B7E91FA3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7D623-5356-7519-BE9B-38D716561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28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6514C-3D07-B89F-3A39-638160A9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E124B6-5130-8000-A271-ACC3ABA77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3FFCCC-74D1-8D89-EB21-DF7495E7B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E946FF-1FEC-1DE2-F346-9DEDFB0C7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15FC85-8686-27B1-963C-74C6CEE0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B50E11-C68E-736F-7560-4A3E118A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030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76781-A4D9-3041-1CF4-034DC5D0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C872F5-DE69-F34F-9173-8C79D326B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0178FD-3287-27EF-55C6-72A971C6A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0E9571-B115-1B83-60D6-07237D268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24DC55-F666-0D91-BEA2-62D1595ED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5A617D-30E8-923F-7219-145809ED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A7A1BF-B2A8-80F0-BABF-487DA4E10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C69E98-0DCC-4262-4360-46FE925D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341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094C75-F717-8515-C5F8-466A24F0E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FF248D-D4D3-892B-519A-AB69CDCD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0D7D05-C510-0CE6-2BEF-30D16944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37446-DBA5-D4F1-131C-D4EF49CF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9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B10FC95-287F-F362-97C7-0E64525E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C84029-6179-88CC-5808-7E69EDABB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6E6516-8039-0009-7A79-7EAFBD74D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575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5BB9A-092B-8DCC-FC4D-39AC86F23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173E90-4389-7B65-1A17-DBADA1E8F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3BE526-3608-E182-66DC-A9455528E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DE1F78-1721-E1E6-4908-04A27D78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BDEC48-B036-487A-50F6-2048DBE2D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875B53-0060-749C-7A6F-5140CAA6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80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40885-9DDE-AF40-9E7F-A008EB61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EB1803-F7E8-8285-AF91-FFCF1782E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3CE7C6-C1EA-DD14-8FD5-BC6B16E31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103ECE-C146-C34D-4DB8-1C60DCDB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2DFC50-8F69-CCEA-DB2D-632BFABF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B8375B-8985-FA66-768D-C1DB44018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869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28448-4C16-A751-0077-B489B4DFA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17151B-F3A1-629B-4187-A2B9845B7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CE33B4-9120-FCAD-D03A-B669270E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50B08-AA8A-6F14-9C78-3E063A391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9FD5E5-F93E-0816-8F32-D92C6880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586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D7BD75-A7BE-7BAE-3F5C-3848E2B9E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E89014-D336-2BEE-EB1C-EBFB39D8B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AFF3AA-572D-4630-ED5B-A53B18EA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823F5A-E2DE-CCDB-AC5B-0454CF976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44F859-7476-D727-9981-2149960F8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510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C437AA-72BB-F1C5-000B-827E1948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6D1A21-17B0-8FA4-D070-7C3CE0A98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C70C39-BE4F-EFAF-CB10-2CD6AD8F0C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2F677-80F8-44F7-AC2C-93EFC89D04B4}" type="datetimeFigureOut">
              <a:rPr lang="zh-CN" altLang="en-US" smtClean="0"/>
              <a:t>2025/10/5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7872A1-FB9B-D5AE-5E42-101C7AC6E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8C87EA-D0ED-936F-F702-F39E56500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1245A-87E4-4A58-AC2B-B30E1F3F1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786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4AD5C17E-6FAC-0957-8CE0-0E30D1689685}"/>
              </a:ext>
            </a:extLst>
          </p:cNvPr>
          <p:cNvSpPr/>
          <p:nvPr/>
        </p:nvSpPr>
        <p:spPr>
          <a:xfrm rot="2077133">
            <a:off x="6703597" y="4278504"/>
            <a:ext cx="1662164" cy="2901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6CADACB-3F63-4F80-054B-39ACB7EDA402}"/>
              </a:ext>
            </a:extLst>
          </p:cNvPr>
          <p:cNvSpPr/>
          <p:nvPr/>
        </p:nvSpPr>
        <p:spPr>
          <a:xfrm rot="2077133">
            <a:off x="5774874" y="3692298"/>
            <a:ext cx="1662164" cy="2901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410EF51-C936-0C48-9CBE-2BFE7116B210}"/>
              </a:ext>
            </a:extLst>
          </p:cNvPr>
          <p:cNvSpPr/>
          <p:nvPr/>
        </p:nvSpPr>
        <p:spPr>
          <a:xfrm rot="1435374">
            <a:off x="5152794" y="-220627"/>
            <a:ext cx="1662164" cy="2901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C251877-303D-0A93-F619-55279D7C94F6}"/>
              </a:ext>
            </a:extLst>
          </p:cNvPr>
          <p:cNvSpPr/>
          <p:nvPr/>
        </p:nvSpPr>
        <p:spPr>
          <a:xfrm rot="2077133">
            <a:off x="6190259" y="441610"/>
            <a:ext cx="1662164" cy="2901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BBCAC4-5207-F48B-5AB4-42920C23188B}"/>
              </a:ext>
            </a:extLst>
          </p:cNvPr>
          <p:cNvSpPr/>
          <p:nvPr/>
        </p:nvSpPr>
        <p:spPr>
          <a:xfrm>
            <a:off x="6761659" y="0"/>
            <a:ext cx="5430341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FFB1620-9AB7-8DCE-E088-5C94479E4500}"/>
              </a:ext>
            </a:extLst>
          </p:cNvPr>
          <p:cNvSpPr/>
          <p:nvPr/>
        </p:nvSpPr>
        <p:spPr>
          <a:xfrm rot="2202546">
            <a:off x="3745740" y="5921228"/>
            <a:ext cx="2650349" cy="1845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CBEC348-2C54-CB49-7884-D6533B6F0B8C}"/>
              </a:ext>
            </a:extLst>
          </p:cNvPr>
          <p:cNvSpPr/>
          <p:nvPr/>
        </p:nvSpPr>
        <p:spPr>
          <a:xfrm rot="2049549">
            <a:off x="2851227" y="3636994"/>
            <a:ext cx="2669857" cy="24770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9D5487C-BC3D-7AA3-4B47-A84835715659}"/>
              </a:ext>
            </a:extLst>
          </p:cNvPr>
          <p:cNvSpPr/>
          <p:nvPr/>
        </p:nvSpPr>
        <p:spPr>
          <a:xfrm rot="2049549">
            <a:off x="4037613" y="2696002"/>
            <a:ext cx="2669857" cy="14783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D0116CC-D2FD-34F3-9849-0C94826D53BD}"/>
              </a:ext>
            </a:extLst>
          </p:cNvPr>
          <p:cNvSpPr/>
          <p:nvPr/>
        </p:nvSpPr>
        <p:spPr>
          <a:xfrm rot="1435374">
            <a:off x="4228740" y="-235882"/>
            <a:ext cx="1014388" cy="1818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060757D-669A-2655-5E20-D936B6ABDE68}"/>
              </a:ext>
            </a:extLst>
          </p:cNvPr>
          <p:cNvSpPr/>
          <p:nvPr/>
        </p:nvSpPr>
        <p:spPr>
          <a:xfrm>
            <a:off x="1" y="1"/>
            <a:ext cx="47053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3FDFB9A-932A-8FEB-25D2-2C27BC14B0A4}"/>
              </a:ext>
            </a:extLst>
          </p:cNvPr>
          <p:cNvSpPr/>
          <p:nvPr/>
        </p:nvSpPr>
        <p:spPr>
          <a:xfrm rot="1424094">
            <a:off x="4933091" y="-209290"/>
            <a:ext cx="234265" cy="24711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4FCD23-553F-F1FB-13A7-B17F518FC1F5}"/>
              </a:ext>
            </a:extLst>
          </p:cNvPr>
          <p:cNvSpPr/>
          <p:nvPr/>
        </p:nvSpPr>
        <p:spPr>
          <a:xfrm rot="18229697">
            <a:off x="5646093" y="1363966"/>
            <a:ext cx="234265" cy="302913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C5ACA2-3904-6292-5164-1B1A398C9D66}"/>
              </a:ext>
            </a:extLst>
          </p:cNvPr>
          <p:cNvSpPr/>
          <p:nvPr/>
        </p:nvSpPr>
        <p:spPr>
          <a:xfrm rot="2473903">
            <a:off x="5855528" y="3222530"/>
            <a:ext cx="234265" cy="302913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24ADCA-162B-F518-B74D-1D2BBE398ED2}"/>
              </a:ext>
            </a:extLst>
          </p:cNvPr>
          <p:cNvSpPr/>
          <p:nvPr/>
        </p:nvSpPr>
        <p:spPr>
          <a:xfrm rot="18356939">
            <a:off x="6064045" y="5098155"/>
            <a:ext cx="234265" cy="302913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18768DCA-7039-C349-97EE-010C08EA2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2" t="30321" r="34500" b="28047"/>
          <a:stretch>
            <a:fillRect/>
          </a:stretch>
        </p:blipFill>
        <p:spPr>
          <a:xfrm rot="11535680">
            <a:off x="4073511" y="1379598"/>
            <a:ext cx="3785882" cy="4271481"/>
          </a:xfrm>
          <a:prstGeom prst="rect">
            <a:avLst/>
          </a:prstGeom>
        </p:spPr>
      </p:pic>
      <p:pic>
        <p:nvPicPr>
          <p:cNvPr id="18" name="图片 17" descr="电脑的屏幕&#10;&#10;AI 生成的内容可能不正确。">
            <a:extLst>
              <a:ext uri="{FF2B5EF4-FFF2-40B4-BE49-F238E27FC236}">
                <a16:creationId xmlns:a16="http://schemas.microsoft.com/office/drawing/2014/main" id="{06B5EFB9-4E33-89F7-DF4B-CC82EDFB9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17998">
            <a:off x="1864264" y="3662583"/>
            <a:ext cx="1924476" cy="2878347"/>
          </a:xfrm>
          <a:prstGeom prst="rect">
            <a:avLst/>
          </a:prstGeom>
        </p:spPr>
      </p:pic>
      <p:pic>
        <p:nvPicPr>
          <p:cNvPr id="26" name="图片 25" descr="花瓶里插满了鲜花&#10;&#10;AI 生成的内容可能不正确。">
            <a:extLst>
              <a:ext uri="{FF2B5EF4-FFF2-40B4-BE49-F238E27FC236}">
                <a16:creationId xmlns:a16="http://schemas.microsoft.com/office/drawing/2014/main" id="{0DD89FCA-2C33-7D97-165F-BB66C20C5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694">
            <a:off x="7042089" y="-39853"/>
            <a:ext cx="5672319" cy="7454676"/>
          </a:xfrm>
          <a:prstGeom prst="rect">
            <a:avLst/>
          </a:prstGeom>
        </p:spPr>
      </p:pic>
      <p:pic>
        <p:nvPicPr>
          <p:cNvPr id="34" name="图片 33" descr="黑色的钟表&#10;&#10;AI 生成的内容可能不正确。">
            <a:extLst>
              <a:ext uri="{FF2B5EF4-FFF2-40B4-BE49-F238E27FC236}">
                <a16:creationId xmlns:a16="http://schemas.microsoft.com/office/drawing/2014/main" id="{9C637E46-BCAD-4AEF-92ED-434767102E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49" y="1542320"/>
            <a:ext cx="3305678" cy="1151875"/>
          </a:xfrm>
          <a:prstGeom prst="rect">
            <a:avLst/>
          </a:prstGeom>
        </p:spPr>
      </p:pic>
      <p:pic>
        <p:nvPicPr>
          <p:cNvPr id="36" name="图片 35" descr="手机屏幕的截图&#10;&#10;AI 生成的内容可能不正确。">
            <a:extLst>
              <a:ext uri="{FF2B5EF4-FFF2-40B4-BE49-F238E27FC236}">
                <a16:creationId xmlns:a16="http://schemas.microsoft.com/office/drawing/2014/main" id="{88E44AFD-F499-3E8B-FA9B-61718C9678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909" y="1542320"/>
            <a:ext cx="3334500" cy="1222409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C552A1E1-D044-4C19-6AE1-27E2E4E2BACC}"/>
              </a:ext>
            </a:extLst>
          </p:cNvPr>
          <p:cNvSpPr txBox="1"/>
          <p:nvPr/>
        </p:nvSpPr>
        <p:spPr>
          <a:xfrm>
            <a:off x="1418739" y="564958"/>
            <a:ext cx="9130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RimWordFont" panose="02000503000000000000" pitchFamily="2" charset="0"/>
              </a:rPr>
              <a:t>Better Milira Fallen Angel</a:t>
            </a:r>
            <a:endParaRPr lang="zh-CN" altLang="en-US" sz="2400" dirty="0">
              <a:latin typeface="RimWordFont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127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RimWordFont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yf z</dc:creator>
  <cp:lastModifiedBy>yf z</cp:lastModifiedBy>
  <cp:revision>1</cp:revision>
  <dcterms:created xsi:type="dcterms:W3CDTF">2025-10-05T10:50:09Z</dcterms:created>
  <dcterms:modified xsi:type="dcterms:W3CDTF">2025-10-05T12:44:57Z</dcterms:modified>
</cp:coreProperties>
</file>